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Terraform + Docker: Stanza-by-Stanza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Understanding exactly what each block does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669280" cy="480060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500">
                <a:solidFill>
                  <a:srgbClr val="FFFFFF"/>
                </a:solidFill>
                <a:latin typeface="Courier New"/>
              </a:defRPr>
            </a:pPr>
            <a:r>
              <a:t>terraform {</a:t>
            </a:r>
            <a:br/>
            <a:r>
              <a:t>  required_providers {</a:t>
            </a:r>
            <a:br/>
            <a:r>
              <a:t>    docker = {</a:t>
            </a:r>
            <a:br/>
            <a:r>
              <a:t>      source  = "kreuzwerker/docker"</a:t>
            </a:r>
            <a:br/>
            <a:r>
              <a:t>      version = "~&gt; 3.0"</a:t>
            </a:r>
            <a:br/>
            <a:r>
              <a:t>    }</a:t>
            </a:r>
            <a:br/>
            <a:r>
              <a:t>  }</a:t>
            </a:r>
            <a:br/>
            <a:r>
              <a:t>}</a:t>
            </a:r>
            <a:br/>
            <a:br/>
            <a:r>
              <a:t>provider "docker" {}</a:t>
            </a:r>
            <a:br/>
            <a:br/>
            <a:r>
              <a:t>resource "docker_image" "nginx" {</a:t>
            </a:r>
            <a:br/>
            <a:r>
              <a:t>  name = "nginx:latest"</a:t>
            </a:r>
            <a:br/>
            <a:r>
              <a:t>}</a:t>
            </a:r>
            <a:br/>
            <a:br/>
            <a:r>
              <a:t>resource "docker_container" "nginx" {</a:t>
            </a:r>
            <a:br/>
            <a:r>
              <a:t>  name  = "my-nginx"</a:t>
            </a:r>
            <a:br/>
            <a:r>
              <a:t>  image = docker_image.nginx.image_id</a:t>
            </a:r>
            <a:br/>
            <a:br/>
            <a:r>
              <a:t>  ports {</a:t>
            </a:r>
            <a:br/>
            <a:r>
              <a:t>    internal = 80</a:t>
            </a:r>
            <a:br/>
            <a:r>
              <a:t>    external = 8080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1645920"/>
            <a:ext cx="48463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r>
              <a:t>• Goal — Terraform pulls an Nginx image and starts a Docker container.</a:t>
            </a:r>
          </a:p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r>
              <a:t>• Infrastructure as Code — The desired Docker setup is declared in HCL.</a:t>
            </a:r>
          </a:p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r>
              <a:t>• Key blocks — terraform → provider → image resource → container resource.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1. The terraform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Terraform's own configuration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303520" cy="47548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500">
                <a:solidFill>
                  <a:srgbClr val="FFFFFF"/>
                </a:solidFill>
                <a:latin typeface="Courier New"/>
              </a:defRPr>
            </a:pPr>
            <a:r>
              <a:t>terraform {</a:t>
            </a:r>
            <a:br/>
            <a:r>
              <a:t>  required_providers {</a:t>
            </a:r>
            <a:br/>
            <a:r>
              <a:t>    docker = {</a:t>
            </a:r>
            <a:br/>
            <a:r>
              <a:t>      source  = "kreuzwerker/docker"</a:t>
            </a:r>
            <a:br/>
            <a:r>
              <a:t>      version = "~&gt; 3.0"</a:t>
            </a:r>
            <a:br/>
            <a:r>
              <a:t>    }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1417320"/>
            <a:ext cx="525780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r>
              <a:t>• terraform — Configures Terraform itself, not a Docker resource.</a:t>
            </a:r>
          </a:p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r>
              <a:t>• required_providers — Declares external providers this project depends on.</a:t>
            </a:r>
          </a:p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r>
              <a:t>• docker — Local name used to refer to the Docker provider.</a:t>
            </a:r>
          </a:p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r>
              <a:t>• source — Registry address of the provider: kreuzwerker/docker.</a:t>
            </a:r>
          </a:p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r>
              <a:t>• version — ~&gt; 3.0 accepts compatible 3.x releases, subject to Terraform's constraint semantics.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2. What Is a Terraform Provider?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The adapter between Terraform and an external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468880"/>
            <a:ext cx="2331720" cy="9601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Terraform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999232" y="2724912"/>
            <a:ext cx="411480" cy="4114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83279" y="2468880"/>
            <a:ext cx="2331720" cy="9601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Docker Provider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788152" y="2724912"/>
            <a:ext cx="411480" cy="4114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2468880"/>
            <a:ext cx="2331720" cy="9601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Docker API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577072" y="2724912"/>
            <a:ext cx="411480" cy="4114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61120" y="2468880"/>
            <a:ext cx="2331720" cy="9601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Docker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r>
              <a:t>• Terraform — Understands configuration, dependency graph, state and lifecycle.</a:t>
            </a:r>
          </a:p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r>
              <a:t>• Provider — Translates Terraform resource operations into Docker API operations.</a:t>
            </a:r>
          </a:p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r>
              <a:t>• terraform init — Downloads and initializes the required provider plugin.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3. provider "docker" {}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Configure an instance of the Docker provider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182880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500">
                <a:solidFill>
                  <a:srgbClr val="FFFFFF"/>
                </a:solidFill>
                <a:latin typeface="Courier New"/>
              </a:defRPr>
            </a:pPr>
            <a:r>
              <a:t>provider "docker" {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1508760"/>
            <a:ext cx="59436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r>
              <a:t>• provider — A provider configuration block.</a:t>
            </a:r>
          </a:p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r>
              <a:t>• "docker" — Selects the Docker provider declared earlier.</a:t>
            </a:r>
          </a:p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r>
              <a:t>• Empty braces — No custom provider arguments are being supplied.</a:t>
            </a:r>
          </a:p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r>
              <a:t>• Result — The provider uses its normal environment/default connection behavior to reach Docker.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4. resource "docker_image" "nginx"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Declare a Docker image as managed infrastructure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5029200" cy="210312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500">
                <a:solidFill>
                  <a:srgbClr val="FFFFFF"/>
                </a:solidFill>
                <a:latin typeface="Courier New"/>
              </a:defRPr>
            </a:pPr>
            <a:r>
              <a:t>resource "docker_image" "nginx" {</a:t>
            </a:r>
            <a:br/>
            <a:r>
              <a:t>  name = "nginx:latest"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89320" y="1417320"/>
            <a:ext cx="53949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r>
              <a:t>• resource — Declares an object Terraform should manage.</a:t>
            </a:r>
          </a:p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r>
              <a:t>• docker_image — Resource type supplied by the Docker provider.</a:t>
            </a:r>
          </a:p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r>
              <a:t>• nginx — Terraform's local logical name for this resource.</a:t>
            </a:r>
          </a:p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r>
              <a:t>• name — Docker image reference to pull/manage: nginx:latest.</a:t>
            </a:r>
          </a:p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r>
              <a:t>• Terraform address — docker_image.nginx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5. Resource Type vs Resource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A common beginner confusion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5212080" cy="192024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500">
                <a:solidFill>
                  <a:srgbClr val="FFFFFF"/>
                </a:solidFill>
                <a:latin typeface="Courier New"/>
              </a:defRPr>
            </a:pPr>
            <a:r>
              <a:t>resource "docker_image" "nginx" {</a:t>
            </a:r>
            <a:br/>
            <a:r>
              <a:t>           ↑              ↑</a:t>
            </a:r>
            <a:br/>
            <a:r>
              <a:t>        TYPE          LOCAL NAME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508760"/>
            <a:ext cx="521208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r>
              <a:t>• docker_image — Tells Terraform what kind of resource to manage.</a:t>
            </a:r>
          </a:p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r>
              <a:t>• nginx — Your identifier inside this Terraform module.</a:t>
            </a:r>
          </a:p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r>
              <a:t>• Full address — docker_image.nginx</a:t>
            </a:r>
          </a:p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r>
              <a:t>• Important — The local name does not have to match the Docker image name.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6. resource "docker_container" "nginx"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Declare the running container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54480"/>
            <a:ext cx="5669280" cy="21945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500">
                <a:solidFill>
                  <a:srgbClr val="FFFFFF"/>
                </a:solidFill>
                <a:latin typeface="Courier New"/>
              </a:defRPr>
            </a:pPr>
            <a:r>
              <a:t>resource "docker_container" "nginx" {</a:t>
            </a:r>
            <a:br/>
            <a:r>
              <a:t>  name  = "my-nginx"</a:t>
            </a:r>
            <a:br/>
            <a:r>
              <a:t>  image = docker_image.nginx.image_id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1417320"/>
            <a:ext cx="50292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r>
              <a:t>• docker_container — Docker provider resource for a container.</a:t>
            </a:r>
          </a:p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r>
              <a:t>• nginx — Terraform-local name of the container resource.</a:t>
            </a:r>
          </a:p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r>
              <a:t>• name — Actual Docker container name: my-nginx.</a:t>
            </a:r>
          </a:p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r>
              <a:t>• image — Specifies which Docker image the container should use.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7. Resource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How Terraform connects resources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120640" cy="320040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500">
                <a:solidFill>
                  <a:srgbClr val="FFFFFF"/>
                </a:solidFill>
                <a:latin typeface="Courier New"/>
              </a:defRPr>
            </a:pPr>
            <a:r>
              <a:t>image = docker_image.nginx.image_id</a:t>
            </a:r>
            <a:br/>
            <a:br/>
            <a:r>
              <a:t>        docker_image</a:t>
            </a:r>
            <a:br/>
            <a:r>
              <a:t>             .</a:t>
            </a:r>
            <a:br/>
            <a:r>
              <a:t>           nginx</a:t>
            </a:r>
            <a:br/>
            <a:r>
              <a:t>             .</a:t>
            </a:r>
            <a:br/>
            <a:r>
              <a:t>          image_id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80760" y="1417320"/>
            <a:ext cx="5303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r>
              <a:t>• docker_image — Resource type.</a:t>
            </a:r>
          </a:p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r>
              <a:t>• nginx — Local resource name.</a:t>
            </a:r>
          </a:p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r>
              <a:t>• image_id — Attribute exported by that resource.</a:t>
            </a:r>
          </a:p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r>
              <a:t>• Dependency — Because the container references the image, Terraform can infer that the image must be available before the container is created.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8. Port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Expose the container's Nginx port to the host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54480"/>
            <a:ext cx="4206240" cy="210312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500">
                <a:solidFill>
                  <a:srgbClr val="FFFFFF"/>
                </a:solidFill>
                <a:latin typeface="Courier New"/>
              </a:defRPr>
            </a:pPr>
            <a:r>
              <a:t>ports {</a:t>
            </a:r>
            <a:br/>
            <a:r>
              <a:t>  internal = 80</a:t>
            </a:r>
            <a:br/>
            <a:r>
              <a:t>  external = 8080</a:t>
            </a:r>
            <a:br/>
            <a:r>
              <a:t>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3977639"/>
            <a:ext cx="2331720" cy="9601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Browser</a:t>
            </a:r>
            <a:br/>
            <a:r>
              <a:t>localhost:8080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99232" y="4233672"/>
            <a:ext cx="411480" cy="4114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83279" y="3977639"/>
            <a:ext cx="2331720" cy="9601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Host</a:t>
            </a:r>
            <a:br/>
            <a:r>
              <a:t>Port 8080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788152" y="4233672"/>
            <a:ext cx="411480" cy="4114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3977639"/>
            <a:ext cx="2331720" cy="9601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Container</a:t>
            </a:r>
            <a:br/>
            <a:r>
              <a:t>Port 80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577072" y="4233672"/>
            <a:ext cx="411480" cy="4114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0" y="3977639"/>
            <a:ext cx="2331720" cy="9601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Nginx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1508760"/>
            <a:ext cx="56692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r>
              <a:t>• internal = 80 — Port inside the container where Nginx listens.</a:t>
            </a:r>
          </a:p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r>
              <a:t>• external = 8080 — Port published on the Docker host.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9. What Happens During terraform apply?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Terraform builds a dependency graph and executes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240280"/>
            <a:ext cx="2331720" cy="9601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Read .tf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999232" y="2496312"/>
            <a:ext cx="411480" cy="4114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83279" y="2240280"/>
            <a:ext cx="2331720" cy="9601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Resolve Provider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788152" y="2496312"/>
            <a:ext cx="411480" cy="4114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2240280"/>
            <a:ext cx="2331720" cy="9601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Pull Nginx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577072" y="2496312"/>
            <a:ext cx="411480" cy="4114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61120" y="2240280"/>
            <a:ext cx="2331720" cy="9601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Create Container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10332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r>
              <a:t>• 1 — Terraform reads the configuration and current state.</a:t>
            </a:r>
          </a:p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r>
              <a:t>• 2 — The Docker provider communicates with Docker Engine.</a:t>
            </a:r>
          </a:p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r>
              <a:t>• 3 — The Nginx image resource is reconciled.</a:t>
            </a:r>
          </a:p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r>
              <a:t>• 4 — The container is created from that image.</a:t>
            </a:r>
          </a:p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r>
              <a:t>• 5 — Docker publishes host port 8080 to container port 80.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10. Terraform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How Terraform remembers what it manages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286000"/>
            <a:ext cx="2331720" cy="9601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main.tf</a:t>
            </a:r>
            <a:br/>
            <a:r>
              <a:t>Desired State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999232" y="2542032"/>
            <a:ext cx="411480" cy="4114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83279" y="2286000"/>
            <a:ext cx="2331720" cy="9601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terraform.tfstate</a:t>
            </a:r>
            <a:br/>
            <a:r>
              <a:t>Recorded State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788152" y="2542032"/>
            <a:ext cx="411480" cy="4114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2286000"/>
            <a:ext cx="2331720" cy="9601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Docker</a:t>
            </a:r>
            <a:br/>
            <a:r>
              <a:t>Actual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31920"/>
            <a:ext cx="102412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r>
              <a:t>• terraform plan — Compares configuration, state and provider-observed infrastructure.</a:t>
            </a:r>
          </a:p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r>
              <a:t>• terraform apply — Performs the proposed changes and updates state.</a:t>
            </a:r>
          </a:p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r>
              <a:t>• terraform destroy — Removes resources managed by this configuration.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11. Commands to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Run these from the directory containing main.tf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4663440" cy="44805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500">
                <a:solidFill>
                  <a:srgbClr val="FFFFFF"/>
                </a:solidFill>
                <a:latin typeface="Courier New"/>
              </a:defRPr>
            </a:pPr>
            <a:r>
              <a:t>terraform init</a:t>
            </a:r>
            <a:br/>
            <a:r>
              <a:t>terraform fmt</a:t>
            </a:r>
            <a:br/>
            <a:r>
              <a:t>terraform validate</a:t>
            </a:r>
            <a:br/>
            <a:r>
              <a:t>terraform plan</a:t>
            </a:r>
            <a:br/>
            <a:r>
              <a:t>terraform apply</a:t>
            </a:r>
            <a:br/>
            <a:br/>
            <a:r>
              <a:t>docker ps</a:t>
            </a:r>
            <a:br/>
            <a:r>
              <a:t>curl http://localhost:8080</a:t>
            </a:r>
            <a:br/>
            <a:br/>
            <a:r>
              <a:t>terraform state list</a:t>
            </a:r>
            <a:br/>
            <a:r>
              <a:t>terraform show</a:t>
            </a:r>
            <a:br/>
            <a:br/>
            <a:r>
              <a:t>terraform destroy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89320" y="1417320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r>
              <a:t>• init — Prepare the directory and install providers.</a:t>
            </a:r>
          </a:p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r>
              <a:t>• validate — Check configuration syntax/semantics.</a:t>
            </a:r>
          </a:p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r>
              <a:t>• plan — Preview changes.</a:t>
            </a:r>
          </a:p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r>
              <a:t>• apply — Create/update resources.</a:t>
            </a:r>
          </a:p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r>
              <a:t>• state/show — Inspect Terraform's recorded resources.</a:t>
            </a:r>
          </a:p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r>
              <a:t>• destroy — Delete managed infrastructure.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12. Complete Mental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Four concepts explain this entire 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194560"/>
            <a:ext cx="2331720" cy="9601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Provider</a:t>
            </a:r>
            <a:br/>
            <a:r>
              <a:t>How to talk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999232" y="2450591"/>
            <a:ext cx="411480" cy="4114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83279" y="2194560"/>
            <a:ext cx="2331720" cy="9601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Resource</a:t>
            </a:r>
            <a:br/>
            <a:r>
              <a:t>What to manage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788152" y="2450591"/>
            <a:ext cx="411480" cy="4114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2194560"/>
            <a:ext cx="2331720" cy="9601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Reference</a:t>
            </a:r>
            <a:br/>
            <a:r>
              <a:t>How they connect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577072" y="2450591"/>
            <a:ext cx="411480" cy="4114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61120" y="2194560"/>
            <a:ext cx="2331720" cy="9601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State</a:t>
            </a:r>
            <a:br/>
            <a:r>
              <a:t>What exists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794760"/>
            <a:ext cx="103327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r>
              <a:t>• Provider — Terraform ↔ Docker communication.</a:t>
            </a:r>
          </a:p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r>
              <a:t>• Resource — Image and container are managed objects.</a:t>
            </a:r>
          </a:p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r>
              <a:t>• Reference — docker_image.nginx.image_id links image → container.</a:t>
            </a:r>
          </a:p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r>
              <a:t>• State — Terraform tracks the infrastructure it manages.</a:t>
            </a:r>
          </a:p>
          <a:p>
            <a:pPr>
              <a:spcAft>
                <a:spcPts val="1400"/>
              </a:spcAft>
              <a:defRPr sz="1900">
                <a:solidFill>
                  <a:srgbClr val="1E293B"/>
                </a:solidFill>
              </a:defRPr>
            </a:pPr>
            <a:r>
              <a:t>• Next exercise — Replace hard-coded image, container name and port with Terraform variables.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