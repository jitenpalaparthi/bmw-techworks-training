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Terraform: Basic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 practical mental model for beginners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103120"/>
            <a:ext cx="22860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Provider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39" y="235915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39" y="2103120"/>
            <a:ext cx="22860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59" y="235915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59" y="2103120"/>
            <a:ext cx="22860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Reference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69680" y="235915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2103120"/>
            <a:ext cx="228600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10149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Terraform describes desired infrastructure using HCL.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Providers connect Terraform to platforms such as Docker, AWS, Azure and Kubernetes.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Resources are the objects Terraform creates or manages.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State lets Terraform remember what it already manages.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The terraform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Configure Terraform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terraform {</a:t>
            </a:r>
            <a:br/>
            <a:r>
              <a:t>  required_providers {</a:t>
            </a:r>
            <a:br/>
            <a:r>
              <a:t>    docker = {</a:t>
            </a:r>
            <a:br/>
            <a:r>
              <a:t>      source  = "kreuzwerker/docker"</a:t>
            </a:r>
            <a:br/>
            <a:r>
              <a:t>      version = "~&gt; 3.0"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17320"/>
            <a:ext cx="52120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The terraform block configures Terraform, not Docker resources.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required_providers declares external plugins the project needs.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source identifies where the provider comes from.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version constrains which provider release Terraform may use.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terraform init downloads the 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WHO does Terraform talk 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1488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Terraform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2148840"/>
            <a:ext cx="214884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Docker Provider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23560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2148840"/>
            <a:ext cx="21488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Docker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75320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2148840"/>
            <a:ext cx="214884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Docker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2412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A provider is the adapter between Terraform and an external platform.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Examples: Docker, AWS, Azure, Google Cloud, Kubernetes, GitHub.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The provider translates Terraform operations into API calls.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Example: provider "docker" {} configures the Docker provider.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Resource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WHAT should Terraform manage?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resource "docker_image" "nginx" {</a:t>
            </a:r>
            <a:br/>
            <a:r>
              <a:t>  name = "nginx:latest"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resource declares an infrastructure object Terraform should manage.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docker_image is the resource type.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nginx is Terraform's local name for this resource.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The full Terraform address is docker_image.nginx.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 resource may represent a container, VM, subnet, database, DNS record,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Resource Type vs Local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Do not confuse the two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3035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resource "docker_container" "web" {</a:t>
            </a:r>
            <a:br/>
            <a:r>
              <a:t>          ↑                  ↑</a:t>
            </a:r>
            <a:br/>
            <a:r>
              <a:t>        TYPE            LOCAL NAME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TYPE tells Terraform what kind of object this is.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LOCAL NAME is your identifier inside the Terraform module.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The local name does not need to match the real Docker/container name.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Full address: docker_container.web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Values you give to a resource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resource "docker_container" "web" {</a:t>
            </a:r>
            <a:br/>
            <a:r>
              <a:t>  name  = "my-nginx"</a:t>
            </a:r>
            <a:br/>
            <a:r>
              <a:t>  image = "nginx:latest"</a:t>
            </a:r>
            <a:br/>
            <a:br/>
            <a:r>
              <a:t>  ports {</a:t>
            </a:r>
            <a:br/>
            <a:r>
              <a:t>    internal = 80</a:t>
            </a:r>
            <a:br/>
            <a:r>
              <a:t>    external = 8080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1732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Arguments describe the desired configuration.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name tells Docker what to call the container.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image tells Docker which image to run.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ports describes host-to-container port mapping.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Think: Arguments are inputs supplied to the provider.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Values a resource exposes after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2651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docker_image.nginx.image_id</a:t>
            </a:r>
            <a:br/>
            <a:br/>
            <a:r>
              <a:t>docker_image  → resource type</a:t>
            </a:r>
            <a:br/>
            <a:r>
              <a:t>nginx         → local name</a:t>
            </a:r>
            <a:br/>
            <a:r>
              <a:t>image_id      → exported attribute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554480"/>
            <a:ext cx="5212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Resources expose attributes such as IDs, addresses, names or generated values.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Other resources can consume these attributes.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Attributes are usually known after Terraform asks the provider about the object.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Think: Arguments go in; attributes come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References &amp;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How Terraform connects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66928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resource "docker_image" "nginx" {</a:t>
            </a:r>
            <a:br/>
            <a:r>
              <a:t>  name = "nginx:latest"</a:t>
            </a:r>
            <a:br/>
            <a:r>
              <a:t>}</a:t>
            </a:r>
            <a:br/>
            <a:br/>
            <a:r>
              <a:t>resource "docker_container" "nginx" {</a:t>
            </a:r>
            <a:br/>
            <a:r>
              <a:t>  image = docker_image.nginx.image_id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41732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docker_image.nginx.image_id references another resource.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Terraform infers that the image must exist before the container.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This forms part of Terraform's dependency graph.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Explicit depends_on is only needed when Terraform cannot infer the dependency.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Reusable input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48640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variable "image_name" {</a:t>
            </a:r>
            <a:br/>
            <a:r>
              <a:t>  type    = string</a:t>
            </a:r>
            <a:br/>
            <a:r>
              <a:t>  default = "nginx:latest"</a:t>
            </a:r>
            <a:br/>
            <a:r>
              <a:t>}</a:t>
            </a:r>
            <a:br/>
            <a:br/>
            <a:r>
              <a:t>resource "docker_image" "nginx" {</a:t>
            </a:r>
            <a:br/>
            <a:r>
              <a:t>  name = var.image_name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Variables remove hard-coded values from configuration.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Use them for ports, regions, instance sizes, image versions and environment-specific values.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Reference syntax: var.image_name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Values can come from defaults, tfvars files, CLI flags or environment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Expose useful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output "container_name" {</a:t>
            </a:r>
            <a:br/>
            <a:r>
              <a:t>  value = docker_container.nginx.name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51960"/>
            <a:ext cx="22402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Variables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45079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4251960"/>
            <a:ext cx="22402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Terraform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45079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4251960"/>
            <a:ext cx="224028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60" y="45079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6840" y="4251960"/>
            <a:ext cx="224028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1206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Outputs return selected values after plan/apply.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They are useful for IP addresses, URLs, IDs and values consumed by other modules.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READ existing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28600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Existing Network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79" y="25420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2286000"/>
            <a:ext cx="22860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data block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25420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2860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Terraform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41080" y="25420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2286000"/>
            <a:ext cx="228600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New 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resource = create/manage something.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data = read information about something that already exists.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Example use: find an existing VPC, image, subnet or secret reference.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Data sources are read-only from Terraform's lifecycle perspective.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11. Locals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Internal reusable expressions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1208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600">
                <a:solidFill>
                  <a:srgbClr val="FFFFFF"/>
                </a:solidFill>
                <a:latin typeface="Courier New"/>
              </a:defRPr>
            </a:pPr>
            <a:r>
              <a:t>locals {</a:t>
            </a:r>
            <a:br/>
            <a:r>
              <a:t>  application_name = "payment-service"</a:t>
            </a:r>
            <a:br/>
            <a:r>
              <a:t>}</a:t>
            </a:r>
            <a:br/>
            <a:br/>
            <a:r>
              <a:t>name = local.application_name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0020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A local value is defined inside the Terraform configuration.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Use locals to avoid repeating expressions or derived names.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variable = input from outside.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local = internal calculated/reusable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12.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Reusable Terraform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40280"/>
            <a:ext cx="210312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39" y="24963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79" y="2240280"/>
            <a:ext cx="21031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24963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59" y="2240280"/>
            <a:ext cx="210312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8200" y="24963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2240280"/>
            <a:ext cx="210312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149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A module groups resources, variables and outputs into a reusable component.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Modules reduce copy/paste and enforce standard architecture.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Typical module examples: network, Kubernetes cluster, database, application platform.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• Enterprise Terraform heavily depends on modules.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13. Terraform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Terraform's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24231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main.tf</a:t>
            </a:r>
            <a:br/>
            <a:r>
              <a:t>Desired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2148840"/>
            <a:ext cx="242316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Terraform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59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242316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terraform.tfstate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86800" y="24048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2148840"/>
            <a:ext cx="242316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Real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3272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State maps Terraform resource addresses to real infrastructure objects.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terraform plan compares desired configuration with current state and provider-observed reality.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terraform apply changes infrastructure and updates state.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• In teams, state is commonly stored remotely and protected with locking/access controls.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14. The 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commands you use every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317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init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08959" y="22677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33172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52159" y="22677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3172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95360" y="226771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33172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233172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change .tf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59" y="40507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3794760"/>
            <a:ext cx="23317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plan again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59" y="40507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233172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apply again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95360" y="405079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3794760"/>
            <a:ext cx="233172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destroy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Write desired state → preview the delta → apply the delta → Terraform updates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15. Complete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How the building blocks fit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20240"/>
            <a:ext cx="2057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Variables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3160" y="21762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7480" y="1920240"/>
            <a:ext cx="20574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Provider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0600" y="21762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74920" y="1920240"/>
            <a:ext cx="20574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21762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920240"/>
            <a:ext cx="205740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55480" y="217627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1920240"/>
            <a:ext cx="2057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Variables provide input.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Providers connect Terraform to APIs.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Resources describe managed infrastructure.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References create relationships and dependencies.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Data sources read existing infrastructure.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Locals simplify internal expressions.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Modules package reusable architecture.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State tracks what Terraform manages.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• Outputs expose useful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16. What to Master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Recommended learning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57400"/>
            <a:ext cx="2057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Provider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79" y="23134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057400"/>
            <a:ext cx="20574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23134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2057400"/>
            <a:ext cx="20574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Reference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23759" y="23134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2057400"/>
            <a:ext cx="2057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Variable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2313432"/>
            <a:ext cx="38404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19" y="2057400"/>
            <a:ext cx="2057400" cy="9144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Start with one Docker container.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Add a variable for image name and external port.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Add an output.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Create a Docker network and connect two containers.</a:t>
            </a:r>
          </a:p>
          <a:p>
            <a:pPr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• Then learn for_each, modules and remote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