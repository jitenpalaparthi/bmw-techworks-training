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with GitHub Actions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CI/CD with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GitHub Actions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2926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From commit to production — concepts, workflow syntax, security, environments, and practical pipeline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0" y="1325880"/>
            <a:ext cx="2743200" cy="2743200"/>
          </a:xfrm>
          <a:prstGeom prst="round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0" y="2331720"/>
            <a:ext cx="0" cy="54864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36676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</a:rPr>
              <a:t>Build • Test • Deploy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77072" y="3685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GitHub 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5440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Training Presentation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82296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5819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1. Understand CI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Why frequent integration, automated builds, tests, and feedback matter.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417320"/>
            <a:ext cx="82296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5819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2. Understand CD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90288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Continuous delivery vs deployment, release gates, environments, and rollback.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14173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417320"/>
            <a:ext cx="82296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5819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3. Use GitHub Actions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93608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Events, workflows, jobs, steps, runners, actions, contexts, and expressions.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514600" y="34290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3429000"/>
            <a:ext cx="82296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5768" y="3593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4. Build a pipeline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15768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CI for a Go app, artifacts, container image, staging and production deployment.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4290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429000"/>
            <a:ext cx="82296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593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5. Secure the workflow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10528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Secrets, permissions, environments, approvals, OIDC, and action pinning.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What is Continuous Integration (CI)?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Integrate changes frequently and verify every change automatically.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486400" cy="429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Developers merge small changes frequently instead of maintaining long-lived branches.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Each change triggers automated validation: compile/build, unit tests, static analysis, linting, and security checks.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Fast feedback reduces the cost of finding integration defects.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The output is a reproducible build artifact that is ready for downstream release stages.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720840" y="155448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155448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2008" y="17190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Commit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22008" y="2148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Code is pushed or a pull request is opened.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0" y="2606040"/>
            <a:ext cx="0" cy="32004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20840" y="297180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2971800"/>
            <a:ext cx="82296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2008" y="31363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Validate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22008" y="35661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Build → Test → Lint → Scan.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69680" y="4023360"/>
            <a:ext cx="0" cy="32004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20840" y="43891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4389120"/>
            <a:ext cx="82296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2008" y="4553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Feedback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22008" y="4983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Pass/fail status is visible on the commit or PR.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What is Continuous Delivery vs Continuous Deployment?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82296" cy="3291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276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Continuous Delivery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20574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Every successful change is kept in a deployable state. Production release is usually a deliberate decision or approval.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Typical gate: manual approval before production.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46304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463040"/>
            <a:ext cx="82296" cy="3291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6248" y="16276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Continuous Deployment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56248" y="20574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Every change that passes the pipeline is automatically released to production without a manual release gate.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Requires high confidence in tests, observability, rollback, and progressive delivery.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51663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Both rely on the same foundation: reliable CI + automated deployment mechanics.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Why GitHub Actions?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Automation lives beside the code and is triggered by repository or external events.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82296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Workflow as 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011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.github/workflows/*.yml files are versioned with the repository.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417320"/>
            <a:ext cx="82296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Event driven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0288" y="2011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Run on push, pull_request, schedule, workflow_dispatch, release, and many other events.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17320"/>
            <a:ext cx="82296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Hosted or self-hosted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39328" y="2011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Jobs execute on runners selected with runs-on.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14600" y="35204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3520440"/>
            <a:ext cx="82296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3685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Marketplace &amp; reusable actions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15768" y="4114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Compose pipelines from maintained actions or write your own.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5204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520440"/>
            <a:ext cx="82296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3685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Deployment controls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64808" y="4114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Environments, approvals, concurrency, secrets, and protection rules.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0624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</a:rPr>
              <a:t>GitHub defines a workflow as a configurable automated process made up of one or more jobs.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GitHub Actions mental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1920240" cy="2057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874520"/>
            <a:ext cx="82296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39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Event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46888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push / PR / schedule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87752" y="2898648"/>
            <a:ext cx="128016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8920" y="1874520"/>
            <a:ext cx="1920240" cy="2057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874520"/>
            <a:ext cx="82296" cy="2057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039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Workflow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90088" y="246888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YAML automation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36592" y="2898648"/>
            <a:ext cx="173736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83480" y="1874520"/>
            <a:ext cx="1920240" cy="2057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874520"/>
            <a:ext cx="82296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2039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Job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84648" y="246888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runs on one runner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31152" y="2898648"/>
            <a:ext cx="219456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23760" y="1874520"/>
            <a:ext cx="1920240" cy="2057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874520"/>
            <a:ext cx="82296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039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Step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24928" y="246888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ordered task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71432" y="2898648"/>
            <a:ext cx="173736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18320" y="1874520"/>
            <a:ext cx="1920240" cy="2057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18320" y="1874520"/>
            <a:ext cx="82296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9488" y="2039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Action / Script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19488" y="246888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reusable action or shell command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920240" y="4754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</a:rPr>
              <a:t>Repository → Event → Workflow → Jobs → Steps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Workflow YAML — minimum anatomy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029200" cy="4434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563624"/>
            <a:ext cx="4700016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actions/setup-go@v5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go-version: '1.24.x'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go test ./...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172200" y="1508760"/>
            <a:ext cx="4846320" cy="420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`name` identifies the workflow.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`on` defines the trigger(s).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`jobs` defines units of work.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`runs-on` selects the runner.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`steps` execute in order within a job.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`uses` invokes an action; `run` executes a command.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Triggers: when should the pipeline run?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82296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536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Pull request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Run validation before merge.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371600"/>
            <a:ext cx="82296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536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Push to main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90288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Create trusted build artifacts after merge.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13716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371600"/>
            <a:ext cx="82296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536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workflow_dispatch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93608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Allow an authorized person to run a workflow manually.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15468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54680"/>
            <a:ext cx="82296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192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Release / tag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Trigger packaging or release automation.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89120" y="315468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3154680"/>
            <a:ext cx="82296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33192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Schedule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90288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Nightly tests, maintenance, dependency checks.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92440" y="315468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3154680"/>
            <a:ext cx="82296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3192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External event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93608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repository_dispatch or API-triggered automation.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5074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Design principle: choose triggers that match your software delivery lifecycle, not simply “run on every event.”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Jobs, dependencies, and parallelism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82296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933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lint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4128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Independent quality check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703320"/>
            <a:ext cx="82296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8679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unit-test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Independent test job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23360" y="26974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2697480"/>
            <a:ext cx="82296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28620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24528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needs: [lint, unit-test]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06640" y="26974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2697480"/>
            <a:ext cx="82296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7808" y="28620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deploy-staging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07808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needs: build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154680" y="2359152"/>
            <a:ext cx="813816" cy="713232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154680" y="4224528"/>
            <a:ext cx="813816" cy="-713232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3291840"/>
            <a:ext cx="795528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828800" y="5257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Independent jobs can run in parallel. `needs` creates an explicit dependency graph.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Runners: where jobs execute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17320"/>
            <a:ext cx="82296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5819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GitHub-hosted runners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8408" y="20116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Managed virtual environments provided by GitHub. Useful for standard builds and tests. Common labels include ubuntu-latest, windows-latest, and macos-latest.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Advantages: low maintenance, clean environment, fast adoption.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417320"/>
            <a:ext cx="82296" cy="3474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5819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Self-hosted runners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10528" y="20116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Your own machine, VM, container host, or Kubernetes-backed runner infrastructure. Useful for private networks, custom hardware, proprietary tools, or special compliance needs.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Responsibility: patching, isolation, credentials, and capacity.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65960" y="5349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Security rule: treat self-hosted runners as privileged infrastructure.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Build matrices: test more combinations efficiently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371600"/>
            <a:ext cx="562356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1517904"/>
            <a:ext cx="529437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matrix: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go: ['1.23.x', '1.24.x']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os: [ubuntu-latest, windows-latest]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${{ matrix.os }}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actions/setup-go@v5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go-version: ${{ matrix.go }}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go test ./...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0" y="15544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1554480"/>
            <a:ext cx="82296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50608" y="17190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4 job combinations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50608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2 Go versions × 2 operating systems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28803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2880360"/>
            <a:ext cx="82296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30449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Parallel execution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50608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Matrix jobs can execute concurrently subject to available capacity.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0" y="42062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4206240"/>
            <a:ext cx="82296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0608" y="43708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Useful for compatibility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50608" y="4800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Languages, OS versions, databases, architectures, feature flags.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Artifacts, cache, and outputs — do not confuse them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82296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5819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Artifacts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20116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Persist build outputs, test reports, binaries, coverage files, or packages after a job completes. Artifacts can also be passed to another job.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417320"/>
            <a:ext cx="82296" cy="3474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5819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Cache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90288" y="20116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Optimizes repeated work by restoring reusable dependencies or build caches. It is a performance mechanism, not a release artifact store.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141732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417320"/>
            <a:ext cx="82296" cy="3474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15819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Job / step outputs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93608" y="20116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Small values passed between steps or jobs, such as an image tag, version number, or generated URL.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03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11827"/>
                </a:solidFill>
              </a:rPr>
              <a:t>Example: cache Go modules → build binary → upload binary as artifact → pass version as output.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Secrets, variables, and permissions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5486400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</a:rPr>
              <a:t>Secrets can be stored at repository, environment, or organization scope.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</a:rPr>
              <a:t>Variables are suitable for non-secret configuration such as region or deployment name.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</a:rPr>
              <a:t>Use the `permissions` key to grant only the GitHub token scopes the workflow actually needs.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</a:rPr>
              <a:t>Avoid echoing secret values or passing untrusted input into shell commands unsafely.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</a:rPr>
              <a:t>Prefer short-lived cloud authentication via OpenID Connect (OIDC) instead of long-lived cloud access keys.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583680" y="1554480"/>
            <a:ext cx="457200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48272" y="1700784"/>
            <a:ext cx="4242816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contents: read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id-token: write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production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Cloud login via OIDC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&lt;cloud-provider-login-action&gt;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Deployment environments and approval gates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17320"/>
            <a:ext cx="82296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development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8408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Fast deployment, broad feedback.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17320"/>
            <a:ext cx="82296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staging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27448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Production-like validation and smoke tests.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75320" y="14173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417320"/>
            <a:ext cx="82296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6488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production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76488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Protected environment with explicit controls.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977640" y="2039112"/>
            <a:ext cx="484632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26680" y="2039112"/>
            <a:ext cx="484632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7724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Environment capabilities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493776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Required reviewers / deployment approval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Branch or tag restrictions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Environment-scoped secrets and variables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Custom deployment protection rules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Deployment history and visibility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400800" y="324612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246120"/>
            <a:ext cx="82296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341071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Production gate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01968" y="384048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The deploy job can reference `environment: production`. If protection rules require review, the job waits before it can proceed and before protected environment secrets are available.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Concurrency: prevent overlapping deployments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5029200" cy="2880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655064"/>
            <a:ext cx="470001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concurrency: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group: production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cancel-in-progress: false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production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355080" y="1600200"/>
            <a:ext cx="4663440" cy="3108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Use concurrency groups to serialize deployments to the same target.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This avoids two commits racing to modify production at the same time.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Choose whether a newer run should cancel an older in-progress run based on your release semantics.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46120" y="4846320"/>
            <a:ext cx="5669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4846320"/>
            <a:ext cx="82296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501091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Goal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47288" y="5440680"/>
            <a:ext cx="5303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One production deployment at a time.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Reusable workflows and organization standards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4983480" cy="3063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1609344"/>
            <a:ext cx="465429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 repository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uses: my-org/platform/.github/workflows/go-ci.yml@v1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go-version: '1.24.x'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secrets: inherit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63640" y="141732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417320"/>
            <a:ext cx="82296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4808" y="158191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Why reuse?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64808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Centralize secure defaults, avoid copy/paste drift, and standardize CI/CD across many repositories.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78892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788920"/>
            <a:ext cx="82296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295351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Inputs &amp; secrets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4808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Reusable workflows can define typed inputs and secrets through `workflow_call`.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416052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4160520"/>
            <a:ext cx="82296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432511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Version carefully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64808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Treat shared workflows as production dependencies. Use stable references and change management.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End-to-end CI/CD pipeline for a Go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508760" cy="1874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828800"/>
            <a:ext cx="82296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4231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lint + test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901952" y="2743200"/>
            <a:ext cx="201168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48840" y="1828800"/>
            <a:ext cx="1508760" cy="1874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1828800"/>
            <a:ext cx="82296" cy="1874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50008" y="24231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unit + integration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85032" y="2743200"/>
            <a:ext cx="201168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31920" y="1828800"/>
            <a:ext cx="1508760" cy="1874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1828800"/>
            <a:ext cx="82296" cy="1874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Build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33088" y="24231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binary/container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68112" y="2743200"/>
            <a:ext cx="201168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15000" y="1828800"/>
            <a:ext cx="1508760" cy="1874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1828800"/>
            <a:ext cx="82296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Staging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16168" y="24231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deploy + smoke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51192" y="2743200"/>
            <a:ext cx="201168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98080" y="1828800"/>
            <a:ext cx="1508760" cy="1874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828800"/>
            <a:ext cx="82296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Approval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99248" y="24231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environment gate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34272" y="2743200"/>
            <a:ext cx="201168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81160" y="1828800"/>
            <a:ext cx="1508760" cy="1874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81160" y="1828800"/>
            <a:ext cx="82296" cy="1874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82328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Production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82328" y="24231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deploy + verify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97280" y="47548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Feedback loops should exist at every stage: test results, deployment status, logs, metrics, and rollback signals.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Example: practical GitHub Actions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553212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" y="1426464"/>
            <a:ext cx="5202936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go-cicd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contents: read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actions/setup-go@v5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go-version: '1.24.x'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go test ./...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if: github.ref == 'refs/heads/main'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go build -o app ./cmd/server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actions/upload-artifact@v4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name: app, path: app }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355080" y="1280160"/>
            <a:ext cx="512064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19672" y="1426464"/>
            <a:ext cx="4791456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deploy-staging: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build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staging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actions/download-artifact@v4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name: app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./scripts/deploy-staging.sh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deploy-production: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deploy-staging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production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concurrency: production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permissions: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contents: read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id-token: write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./scripts/deploy-production.sh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Security hardening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6400800" cy="452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Use least-privilege `permissions` for GITHUB_TOKEN.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Prefer OIDC for cloud authentication instead of static cloud credentials.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Protect production with environments and reviewers.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Pin third-party actions to trusted versions; for high assurance, pin to a full commit SHA.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Avoid running privileged self-hosted runners for untrusted pull-request code.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Review workflow changes like application code — they can change deployment and credential behavior.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Keep secrets out of logs and avoid unsafe shell interpolation of untrusted data.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160020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600200"/>
            <a:ext cx="82296" cy="3474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2128" y="17647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Threat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82128" y="21945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 CI/CD workflow can build software, publish packages, access secrets, and deploy to production. Therefore workflow YAML is part of your security boundary.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Common mistakes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82296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490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One giant job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1920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Hard to parallelize, retry, or understand failures.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325880"/>
            <a:ext cx="82296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490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Deploy directly from PR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19088" y="1920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Untrusted code should not receive production privileges.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834640"/>
            <a:ext cx="82296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9992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Long-lived cloud keys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" y="34290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Prefer OIDC and short-lived credentials.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834640"/>
            <a:ext cx="82296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9992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No environment gates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19088" y="34290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Production becomes just another shell step.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43400"/>
            <a:ext cx="82296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507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Rebuild for each environment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688" y="49377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Promote the same verified artifact when possible.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434340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4343400"/>
            <a:ext cx="82296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4507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No rollback plan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19088" y="49377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Deployment automation is incomplete without recovery.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Hands-on lab: build CI/CD for a Go service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6492240" cy="448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Create `.github/workflows/ci.yml` triggered by pull_request and push to main.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Add checkout, setup-go, `go test ./...`, and `go vet ./...`.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Build a Linux binary and upload it as a workflow artifact.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Add a staging deployment job dependent on the build job.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Create a protected production environment and add a production deployment job.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Add concurrency for production and use OIDC for cloud login where applicable.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Observe behavior when a consumer changes code, tests fail, and approvals are withheld.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26680" y="1508760"/>
            <a:ext cx="3337560" cy="34747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0" y="1508760"/>
            <a:ext cx="82296" cy="3474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27848" y="1673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Deliverable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27848" y="210312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 repository where a pull request is validated automatically and a merge to main produces a deployable artifact that can be promoted through staging to a protected production environment.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17320"/>
            <a:ext cx="82296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81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CI = confidence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2011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Every change is automatically validated.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417320"/>
            <a:ext cx="82296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581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CD = repeatability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36008" y="2011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Deployment becomes an automated, auditable process.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417320"/>
            <a:ext cx="82296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581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Actions = orchestration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39328" y="2011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Events trigger workflows made of jobs and steps.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560320" y="34290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3429000"/>
            <a:ext cx="82296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3593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Environments = control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61488" y="4023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Use approvals, scoped secrets, restrictions, and deployment history.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4290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429000"/>
            <a:ext cx="82296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3593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Security = design constraint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64808" y="4023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Least privilege, OIDC, trusted actions, and isolated runners.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Official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GitHub Actions overview — docs.github.com/actions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Understanding GitHub Actions — docs.github.com/articles/getting-started-with-github-actions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Workflow syntax — docs.github.com/actions/using-workflows/workflow-syntax-for-github-actions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Continuous deployment — docs.github.com/actions/get-started/continuous-deployment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Managing environments — docs.github.com/actions/deployment/targeting-different-environments/using-environments-for-deployment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Secrets — docs.github.com/actions/security-guides/using-secrets-in-github-actions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OIDC — docs.github.com/actions/concepts/security/openid-connect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Secure use reference — docs.github.com/actions/reference/security/secure-use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Artifacts — docs.github.com/actions/tutorials/store-and-share-data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Reusable workflows — docs.github.com/actions/how-tos/reuse-automations/reuse-workflows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with GitHub Actions</dc:title>
  <dc:subject>CI/CD with GitHub Actions</dc:subject>
  <dc:creator>OpenAI</dc:creator>
  <cp:lastModifiedBy>OpenAI</cp:lastModifiedBy>
  <cp:revision>1</cp:revision>
  <dcterms:created xsi:type="dcterms:W3CDTF">2026-08-19T07:03:17Z</dcterms:created>
  <dcterms:modified xsi:type="dcterms:W3CDTF">2026-08-19T07:03:17Z</dcterms:modified>
</cp:coreProperties>
</file>